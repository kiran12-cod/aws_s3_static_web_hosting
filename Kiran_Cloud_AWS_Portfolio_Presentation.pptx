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Kiran – Cloud &amp; AWS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 Portfolio Website</a:t>
            </a:r>
          </a:p>
          <a:p>
            <a:r>
              <a:t>AWS S3 Static Hosting</a:t>
            </a:r>
          </a:p>
          <a:p/>
          <a:p>
            <a:r>
              <a:t>Kiran Jayaraman</a:t>
            </a:r>
          </a:p>
          <a:p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personal portfolio website showcasing skills, projects, and contact details.</a:t>
            </a:r>
          </a:p>
          <a:p/>
          <a:p>
            <a:r>
              <a:t>Built using HTML and CSS and hosted on AWS S3 as a static website.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HTML5</a:t>
            </a:r>
          </a:p>
          <a:p>
            <a:r>
              <a:t>• CSS3</a:t>
            </a:r>
          </a:p>
          <a:p>
            <a:r>
              <a:t>• AWS S3</a:t>
            </a:r>
          </a:p>
          <a:p>
            <a:r>
              <a:t>• AWS CloudFront (Optional)</a:t>
            </a:r>
          </a:p>
          <a:p>
            <a:r>
              <a:t>• AWS Lambda (Project Level)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Header with Navigation</a:t>
            </a:r>
          </a:p>
          <a:p>
            <a:r>
              <a:t>• Hero Section</a:t>
            </a:r>
          </a:p>
          <a:p>
            <a:r>
              <a:t>• About Me</a:t>
            </a:r>
          </a:p>
          <a:p>
            <a:r>
              <a:t>• Skills</a:t>
            </a:r>
          </a:p>
          <a:p>
            <a:r>
              <a:t>• Projects</a:t>
            </a:r>
          </a:p>
          <a:p>
            <a:r>
              <a:t>• Contact</a:t>
            </a:r>
          </a:p>
          <a:p>
            <a:r>
              <a:t>• Footer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Header &amp; Hero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Sticky navigation bar</a:t>
            </a:r>
          </a:p>
          <a:p>
            <a:r>
              <a:t>Professional title &amp; profile image</a:t>
            </a:r>
          </a:p>
          <a:p>
            <a:r>
              <a:t>Call-to-action button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Me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 interest in cloud computing</a:t>
            </a:r>
          </a:p>
          <a:p>
            <a:r>
              <a:t>Explains AWS-based deployment</a:t>
            </a:r>
          </a:p>
          <a:p>
            <a:r>
              <a:t>Professional introduction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HTML, CSS, JavaScript</a:t>
            </a:r>
          </a:p>
          <a:p>
            <a:r>
              <a:t>AWS Cloud, S3 Hosting</a:t>
            </a:r>
          </a:p>
          <a:p>
            <a:r>
              <a:t>Lambda Functions</a:t>
            </a:r>
          </a:p>
          <a:p>
            <a:r>
              <a:t>EC2 Basics</a:t>
            </a:r>
          </a:p>
          <a:p>
            <a:r>
              <a:t>CloudFront CDN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S3 Static Website Hosting</a:t>
            </a:r>
          </a:p>
          <a:p>
            <a:r>
              <a:t>Serverless Contact Form</a:t>
            </a:r>
          </a:p>
          <a:p>
            <a:r>
              <a:t>Cloud Resume Challenge (In Progress)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S3 Deployment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S3 Bucket</a:t>
            </a:r>
          </a:p>
          <a:p>
            <a:r>
              <a:t>Enable Static Website Hosting</a:t>
            </a:r>
          </a:p>
          <a:p>
            <a:r>
              <a:t>Upload files</a:t>
            </a:r>
          </a:p>
          <a:p>
            <a:r>
              <a:t>Set public access</a:t>
            </a:r>
          </a:p>
          <a:p>
            <a:r>
              <a:t> Configure CloudFront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cloud fundamentals</a:t>
            </a:r>
          </a:p>
          <a:p>
            <a:r>
              <a:t>Shows practical AWS deployment skills</a:t>
            </a:r>
          </a:p>
          <a:p>
            <a:r>
              <a:t>Professional online presence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1077</Words>
  <Application>WPS Presentation</Application>
  <PresentationFormat>On-screen Show (4:3)</PresentationFormat>
  <Paragraphs>72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Blue Waves</vt:lpstr>
      <vt:lpstr>Kiran – Cloud &amp; AWS Portfolio</vt:lpstr>
      <vt:lpstr>Project Overview</vt:lpstr>
      <vt:lpstr>Technologies Used</vt:lpstr>
      <vt:lpstr>Website Structure</vt:lpstr>
      <vt:lpstr>Header &amp; Hero Section</vt:lpstr>
      <vt:lpstr>About Me Section</vt:lpstr>
      <vt:lpstr>Skills Section</vt:lpstr>
      <vt:lpstr>Projects Section</vt:lpstr>
      <vt:lpstr>AWS S3 Deployment Steps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kiran</cp:lastModifiedBy>
  <cp:revision>2</cp:revision>
  <dcterms:created xsi:type="dcterms:W3CDTF">2013-01-27T09:14:00Z</dcterms:created>
  <dcterms:modified xsi:type="dcterms:W3CDTF">2025-12-23T16:53:09Z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D6B00BACCF094EBE916F00B6B8F29FBA_13</vt:lpwstr>
  </property>
  <property fmtid="{D5CDD505-2E9C-101B-9397-08002B2CF9AE}" pid="3" name="KSOProductBuildVer">
    <vt:lpwstr>1033-12.2.0.23155</vt:lpwstr>
  </property>
</Properties>
</file>